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0EE37-CCAB-3429-58B0-16E341BD7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36A0E-32B1-0D64-2915-40F40F831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FA2EA-3C38-DCD2-5348-926B10CBE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1AA1-5420-478E-ACA2-F8C11E99D99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48450-1D12-9A31-0C62-1D5186190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E4A80-20E5-F5D4-D618-9DA3C2E24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19492-FAF7-4C48-BF92-C1779AE7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18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2144-C4BD-1C8C-9897-B9FF21BDC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208B8-47B2-3D47-B375-DC0827E2C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1E87A-B98B-0F07-8AA3-3C4D79D4A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1AA1-5420-478E-ACA2-F8C11E99D99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7C5F5-B7B5-87DF-6A5D-08095AC8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2419D-5D23-C7C8-1716-1D246D836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19492-FAF7-4C48-BF92-C1779AE7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1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DA6E8-697B-C5D9-3976-332732186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8B44C-DB9C-BCBB-D0CA-AD09C2E60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CD5F0-0DBD-383B-082E-2ABDF3E3A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1AA1-5420-478E-ACA2-F8C11E99D99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3E17-719C-F984-C04E-6325CBFA8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01604-0331-3EB4-F96C-5615D5231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19492-FAF7-4C48-BF92-C1779AE7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13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97C3F-A394-4469-2C27-826491309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EAA2-2E17-DC2A-2EB1-4AE52499E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45C53-782D-B2F5-F68F-486258752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EFF22-5277-DAF3-0423-416742D6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1AA1-5420-478E-ACA2-F8C11E99D99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CA2EB-315A-EE79-8C28-B7E345475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66E0F-B93F-9071-13B4-5337955C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19492-FAF7-4C48-BF92-C1779AE7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1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0F8AC-DD8E-35C5-C0E4-6A11DA7B2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20632-5519-5F54-7AE3-2F601BBE5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AED5C-BD9F-DE81-2B1F-B16EB8C47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64DF1-B950-5EE0-F514-EBEB181A1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F32EFD-9916-3729-5987-0DFF74463C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62CD36-81F5-4A90-AC64-B1AE5849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1AA1-5420-478E-ACA2-F8C11E99D99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F0EAD-E740-06B0-2B02-9AE21B9A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31006E-7D74-713E-BA5C-D34E276A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19492-FAF7-4C48-BF92-C1779AE7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71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8E62-071A-766E-2241-1F7321639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9F0B81-89FD-90C5-BC09-136484E87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1AA1-5420-478E-ACA2-F8C11E99D99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D5908-BC03-B991-27F8-A23D59399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06704-4E4A-699A-04C1-64E3C393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19492-FAF7-4C48-BF92-C1779AE7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29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BBCCD5-DA68-071E-3D5E-78DFA0EAA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1AA1-5420-478E-ACA2-F8C11E99D99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C2B2E-DE65-1711-B410-726DC7F0A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034DB-EFDA-9759-E275-6FDB3A9EB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19492-FAF7-4C48-BF92-C1779AE7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6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021D0-B330-5A7C-49D8-6B18CEB0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EDFD2-8AE2-4F82-5ADE-7F4075344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47480-3ACE-2B0C-EBDB-5C0DB4D07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9BF21-C2B3-FC1E-AD21-3ED806372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1AA1-5420-478E-ACA2-F8C11E99D99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23F8D-E43E-BB41-1246-4C5E1CCD6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9D22B-4F71-0A41-0FB9-98471BBC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19492-FAF7-4C48-BF92-C1779AE7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4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05AE-0093-25F9-C8C1-C76972DAC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7CB7D6-9BCA-242F-ABAC-DA487D75A91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17BBD-60CE-1C0C-5FFF-CDA2ABE17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A480E-2DD7-69B1-81A3-309D2576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1AA1-5420-478E-ACA2-F8C11E99D99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614BE-1E61-CF47-FBFD-5F13D25EE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B176B-38A8-6740-49B4-95C1CC87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19492-FAF7-4C48-BF92-C1779AE7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95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74300-82D6-FCBB-A2BE-6072DD464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D9BC1-23B1-15B7-616A-A62E4EC36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7A262-B15B-C6E3-73B8-7DD7D1747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1AA1-5420-478E-ACA2-F8C11E99D99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D189D-FDCE-72A1-3FC3-9D29AB30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6BB3E-67ED-3E0F-0655-0E9CCBB4D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19492-FAF7-4C48-BF92-C1779AE7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66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08768F-BBD6-685D-E66B-AF21B904F0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FA398-64BE-C465-D6F3-12219831A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3201A-0B73-1830-E83C-202A6EE0F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1AA1-5420-478E-ACA2-F8C11E99D99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99D6C-858A-D68B-C981-1F854178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B231E-0A43-2110-85A3-DBFA35B1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19492-FAF7-4C48-BF92-C1779AE7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266E3-6B1E-F9CA-B0D9-58B932AB0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69794-BFC1-759F-24B1-F5CEC6670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06C4F-73C3-DF09-4C94-1347BEA9C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E1AA1-5420-478E-ACA2-F8C11E99D99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AFC07-76B6-2270-5B34-12A2032C4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C03EF-6248-6C25-375D-B3E6EACCC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19492-FAF7-4C48-BF92-C1779AE7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17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2669C6-C266-DA56-2EC3-7148985D0203}"/>
              </a:ext>
            </a:extLst>
          </p:cNvPr>
          <p:cNvSpPr txBox="1"/>
          <p:nvPr/>
        </p:nvSpPr>
        <p:spPr>
          <a:xfrm>
            <a:off x="625642" y="417095"/>
            <a:ext cx="10010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/>
              <a:t>4 phiếu mượn đã được chuẩn hóa; 1 mã sách cần kiểm tra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C6640B-5DD8-4247-8D43-3785AAEAB026}"/>
              </a:ext>
            </a:extLst>
          </p:cNvPr>
          <p:cNvSpPr txBox="1"/>
          <p:nvPr/>
        </p:nvSpPr>
        <p:spPr>
          <a:xfrm>
            <a:off x="946484" y="1126867"/>
            <a:ext cx="5614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Thư viện trường | Báo cáo xử lý dữ liệu phiếu mượn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0A9F15-42EE-5D88-227D-1F84BC0D8A7F}"/>
              </a:ext>
            </a:extLst>
          </p:cNvPr>
          <p:cNvSpPr/>
          <p:nvPr/>
        </p:nvSpPr>
        <p:spPr>
          <a:xfrm>
            <a:off x="786063" y="1973179"/>
            <a:ext cx="2711116" cy="2213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F07754-DED6-F9E0-78E2-DC0DE402F515}"/>
              </a:ext>
            </a:extLst>
          </p:cNvPr>
          <p:cNvSpPr txBox="1"/>
          <p:nvPr/>
        </p:nvSpPr>
        <p:spPr>
          <a:xfrm>
            <a:off x="946484" y="2277979"/>
            <a:ext cx="22779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4 phiếu</a:t>
            </a:r>
          </a:p>
          <a:p>
            <a:r>
              <a:rPr lang="vi-VN" dirty="0"/>
              <a:t>Được giữ trong vùng dữ liệu S099 không có trong danh mục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60233-00D3-3745-B0F7-00A817B4EE40}"/>
              </a:ext>
            </a:extLst>
          </p:cNvPr>
          <p:cNvSpPr txBox="1"/>
          <p:nvPr/>
        </p:nvSpPr>
        <p:spPr>
          <a:xfrm>
            <a:off x="4828674" y="1744306"/>
            <a:ext cx="293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Số phiếu theo tình trạng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9F8A63-7B07-D813-501C-5B59F44BE450}"/>
              </a:ext>
            </a:extLst>
          </p:cNvPr>
          <p:cNvSpPr txBox="1"/>
          <p:nvPr/>
        </p:nvSpPr>
        <p:spPr>
          <a:xfrm>
            <a:off x="3769895" y="2113638"/>
            <a:ext cx="1858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Đang mượn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C0376A-ECBD-1D8E-1CE0-C9DFEBABC93D}"/>
              </a:ext>
            </a:extLst>
          </p:cNvPr>
          <p:cNvSpPr/>
          <p:nvPr/>
        </p:nvSpPr>
        <p:spPr>
          <a:xfrm>
            <a:off x="5309902" y="2093313"/>
            <a:ext cx="197317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320290-A256-FE76-BB9A-CE42D901748B}"/>
              </a:ext>
            </a:extLst>
          </p:cNvPr>
          <p:cNvSpPr txBox="1"/>
          <p:nvPr/>
        </p:nvSpPr>
        <p:spPr>
          <a:xfrm>
            <a:off x="7451404" y="21136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439E5D-64CB-E83B-109E-D8767129294F}"/>
              </a:ext>
            </a:extLst>
          </p:cNvPr>
          <p:cNvSpPr txBox="1"/>
          <p:nvPr/>
        </p:nvSpPr>
        <p:spPr>
          <a:xfrm>
            <a:off x="3914274" y="2646947"/>
            <a:ext cx="1326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Quá hạn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0D0D6E-40D6-A433-D9C7-7220BC21B8ED}"/>
              </a:ext>
            </a:extLst>
          </p:cNvPr>
          <p:cNvSpPr/>
          <p:nvPr/>
        </p:nvSpPr>
        <p:spPr>
          <a:xfrm>
            <a:off x="5390147" y="2646947"/>
            <a:ext cx="914400" cy="332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D56C1D-1AF2-2780-8E11-7DA731A6D973}"/>
              </a:ext>
            </a:extLst>
          </p:cNvPr>
          <p:cNvSpPr txBox="1"/>
          <p:nvPr/>
        </p:nvSpPr>
        <p:spPr>
          <a:xfrm>
            <a:off x="6709568" y="26469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587CEC-B41B-AC69-073B-9B45B29FB4E8}"/>
              </a:ext>
            </a:extLst>
          </p:cNvPr>
          <p:cNvSpPr txBox="1"/>
          <p:nvPr/>
        </p:nvSpPr>
        <p:spPr>
          <a:xfrm>
            <a:off x="3962400" y="3416968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Đã trả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F2E788-51BA-05AD-729B-AA8640149C9B}"/>
              </a:ext>
            </a:extLst>
          </p:cNvPr>
          <p:cNvSpPr/>
          <p:nvPr/>
        </p:nvSpPr>
        <p:spPr>
          <a:xfrm>
            <a:off x="5390147" y="3416968"/>
            <a:ext cx="813043" cy="332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2CCB1A-52BA-881A-7B5E-0ADE80505041}"/>
              </a:ext>
            </a:extLst>
          </p:cNvPr>
          <p:cNvSpPr txBox="1"/>
          <p:nvPr/>
        </p:nvSpPr>
        <p:spPr>
          <a:xfrm>
            <a:off x="6709568" y="337987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925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 mỹ</dc:creator>
  <cp:lastModifiedBy>an mỹ</cp:lastModifiedBy>
  <cp:revision>1</cp:revision>
  <dcterms:created xsi:type="dcterms:W3CDTF">2026-10-21T13:45:24Z</dcterms:created>
  <dcterms:modified xsi:type="dcterms:W3CDTF">2026-10-21T13:45:53Z</dcterms:modified>
</cp:coreProperties>
</file>